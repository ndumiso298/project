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6" r:id="rId6"/>
    <p:sldId id="258" r:id="rId7"/>
    <p:sldId id="260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0EC8E-9C08-4756-A068-F809573C0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3B5E7-8BA6-4176-843C-33394B25B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40065-0636-485B-92B0-1DF3C4843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9D-1F01-4393-8E8D-1877E7728675}" type="datetimeFigureOut">
              <a:rPr lang="en-ZA" smtClean="0"/>
              <a:t>2025/05/22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83BFA-C97A-4E6B-94DE-1BCA7D2B4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48A02-D650-4424-AEEA-EDC775C6A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E155-FAE6-4E5F-9906-65E18F5FCBE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8234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3B28A-0D20-4B9F-95E4-E78B2201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CC06B-666B-4E99-BD2F-228AFA455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E40F7-43AA-43C9-87C3-B841193EE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9D-1F01-4393-8E8D-1877E7728675}" type="datetimeFigureOut">
              <a:rPr lang="en-ZA" smtClean="0"/>
              <a:t>2025/05/22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780A8-81AF-4F1C-A535-07B55CB41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7917E-A8E2-46F4-AA88-AB02A1626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E155-FAE6-4E5F-9906-65E18F5FCBE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54336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BB987-24AA-4890-BBB7-B1ACBF9C3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2A8A7-2292-4E53-B470-7B6CA1771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53A19-5EAA-49D4-9C9F-784796A2D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9D-1F01-4393-8E8D-1877E7728675}" type="datetimeFigureOut">
              <a:rPr lang="en-ZA" smtClean="0"/>
              <a:t>2025/05/22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57F4E-5DD0-465D-AFD2-0B1C6A885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0A6D9-B796-47D8-92C3-2589EA60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E155-FAE6-4E5F-9906-65E18F5FCBE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3793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7EE30-8847-43D5-B234-3462AD90C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C399F-DA52-4732-9BBA-24BF4EE04C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3BB06-0F3E-4807-8721-4F6BC1DE4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725A9-F871-4EDD-898D-714000F88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9D-1F01-4393-8E8D-1877E7728675}" type="datetimeFigureOut">
              <a:rPr lang="en-ZA" smtClean="0"/>
              <a:t>2025/05/22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35B5C-4B18-4011-9032-E5194D9FA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0113E-9154-428F-BFEF-778031F0C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E155-FAE6-4E5F-9906-65E18F5FCBE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63812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124D-C591-4C16-978F-EA889A8A8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444CF-D2ED-4098-9573-A51C39DE1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EAD2C-72A9-40E9-BE37-B13CB4483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CCDDD-7381-4004-900D-892625CC21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7A2CAA-945E-44CC-9ACC-874A319FE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7D9221-C993-4814-8F6A-BF42FC809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9D-1F01-4393-8E8D-1877E7728675}" type="datetimeFigureOut">
              <a:rPr lang="en-ZA" smtClean="0"/>
              <a:t>2025/05/22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ABBE0F-AC96-4B6B-AF68-D9F727C87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F6008-38D8-4F4C-B665-71D2CD83F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E155-FAE6-4E5F-9906-65E18F5FCBE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4687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3FA86-8604-4823-9A52-AB702E2FD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5AB1A-FDA8-4F5C-8965-99695528B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9D-1F01-4393-8E8D-1877E7728675}" type="datetimeFigureOut">
              <a:rPr lang="en-ZA" smtClean="0"/>
              <a:t>2025/05/22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180E0E-D17E-417F-B47B-FCA478950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7E35A-6B63-462D-B9C3-B813E9003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E155-FAE6-4E5F-9906-65E18F5FCBE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03167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E2684D-D475-495B-936D-2698CB765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9D-1F01-4393-8E8D-1877E7728675}" type="datetimeFigureOut">
              <a:rPr lang="en-ZA" smtClean="0"/>
              <a:t>2025/05/22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2A42B-4FD4-41C9-A337-C92E8675D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8FB8C-A1B7-4205-8E8C-A5C00E17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E155-FAE6-4E5F-9906-65E18F5FCBE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8759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A57C-81DD-42E2-9452-CAF825DD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4E794-6B38-4030-BCDA-D167DD8FC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90F2B-3637-4BCB-ACEB-98F3114B5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8C87E-22DD-46DB-8D89-1C94424E1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9D-1F01-4393-8E8D-1877E7728675}" type="datetimeFigureOut">
              <a:rPr lang="en-ZA" smtClean="0"/>
              <a:t>2025/05/22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3EE2C-4143-4F45-92E5-F6181CFF2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96B88-1A88-4219-9B2C-83AAC3533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E155-FAE6-4E5F-9906-65E18F5FCBE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85928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2BD46-5752-4DB6-A186-431B16ABC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205940-4AEE-497B-ACF6-CA033CB63C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D3674-E9A8-41C7-88CC-2D056C43B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6000A-2E7D-4FCF-A8E7-9590FAC4D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9D-1F01-4393-8E8D-1877E7728675}" type="datetimeFigureOut">
              <a:rPr lang="en-ZA" smtClean="0"/>
              <a:t>2025/05/22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50E09-742B-48EB-951D-CA2853527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DA0A8-6303-4C78-88BB-7536C00D2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E155-FAE6-4E5F-9906-65E18F5FCBE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66344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B6EFE-57EA-41AC-9243-C7F7309EB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F9D25D-3FDD-4B1F-9E14-B3C2A8CEE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FEDEC-05EE-43ED-A943-10AC430C1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9D-1F01-4393-8E8D-1877E7728675}" type="datetimeFigureOut">
              <a:rPr lang="en-ZA" smtClean="0"/>
              <a:t>2025/05/22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457AB-B1C3-43AF-91FC-908D8264A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AA08C-3949-480D-8ACD-7536BDF03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E155-FAE6-4E5F-9906-65E18F5FCBE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718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48241F-5F0E-4055-9820-EFA00679B6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28ACD-8733-4C5B-A866-1EF4A83AE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963E2-20C2-4B7E-AD6C-04A9A6198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9D-1F01-4393-8E8D-1877E7728675}" type="datetimeFigureOut">
              <a:rPr lang="en-ZA" smtClean="0"/>
              <a:t>2025/05/22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7D87E-3405-4AB1-8B6B-196E05044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F993E-61B5-4E7A-9CE2-27B940541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E155-FAE6-4E5F-9906-65E18F5FCBE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29272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2DD973-EABD-474F-BDDC-5C5B08880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5E5C4-7E59-49E1-A463-CAA6CF42C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3017A-E131-4996-9D10-8063AD64BA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0E89D-1F01-4393-8E8D-1877E7728675}" type="datetimeFigureOut">
              <a:rPr lang="en-ZA" smtClean="0"/>
              <a:t>2025/05/22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DDF22-4449-4752-BA72-711D02569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4C694-37F7-41E8-844C-1D4C47F71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2E155-FAE6-4E5F-9906-65E18F5FCBE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1314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9B665-F036-A108-0B96-06350FDCA4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South African Birds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BF2496-B16E-A4AE-D733-DD7090BC4A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Ndumiso Hlengwa 223452971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0071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7E06E4-91DC-4CC4-A028-BE63B2B25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Provinces</a:t>
            </a:r>
            <a:endParaRPr lang="en-Z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3CA68F-017A-46B7-835A-E78ED49DA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Eastern Cape</a:t>
            </a:r>
          </a:p>
          <a:p>
            <a:r>
              <a:rPr lang="en-US" dirty="0"/>
              <a:t>Western Cape</a:t>
            </a:r>
          </a:p>
          <a:p>
            <a:r>
              <a:rPr lang="en-US" dirty="0"/>
              <a:t>Northen Cape</a:t>
            </a:r>
          </a:p>
          <a:p>
            <a:r>
              <a:rPr lang="en-US" dirty="0"/>
              <a:t>Gauteng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8321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F12A-70FE-E0B5-9842-8F6318C07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Colour</a:t>
            </a:r>
            <a:r>
              <a:rPr lang="en-US" dirty="0"/>
              <a:t> of our Birds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E2E15-3E8A-242F-D256-A6E8E37CCE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Loerie(Knysna)</a:t>
            </a:r>
          </a:p>
          <a:p>
            <a:r>
              <a:rPr lang="en-US" dirty="0"/>
              <a:t>Pigeon(Everywhere)</a:t>
            </a:r>
          </a:p>
          <a:p>
            <a:r>
              <a:rPr lang="en-US" dirty="0"/>
              <a:t>Mousebird(Everywhere)</a:t>
            </a:r>
          </a:p>
          <a:p>
            <a:r>
              <a:rPr lang="en-US" dirty="0"/>
              <a:t>Ostrich(Western Cape)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9E96C8-C984-4665-D9D4-3829BA11CE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Green</a:t>
            </a:r>
          </a:p>
          <a:p>
            <a:r>
              <a:rPr lang="en-US" dirty="0"/>
              <a:t>Grey</a:t>
            </a:r>
          </a:p>
          <a:p>
            <a:r>
              <a:rPr lang="en-US" dirty="0"/>
              <a:t>Brown</a:t>
            </a:r>
          </a:p>
          <a:p>
            <a:r>
              <a:rPr lang="en-US" dirty="0"/>
              <a:t>Blue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75812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1B916-65C5-80F4-9577-A3C7A60D8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01A135-E8E3-8201-1EFA-183C6766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Loerie</a:t>
            </a:r>
            <a:endParaRPr lang="en-Z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8CACAA-F048-13DB-9CF5-EB225F561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96802D-16C2-DC0C-B2B5-FF62B69BD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Prevalent in the Knysna forest with the amazing song and </a:t>
            </a:r>
            <a:r>
              <a:rPr lang="en-US" dirty="0" err="1"/>
              <a:t>colourful</a:t>
            </a:r>
            <a:r>
              <a:rPr lang="en-US" dirty="0"/>
              <a:t> plumage</a:t>
            </a:r>
          </a:p>
        </p:txBody>
      </p:sp>
    </p:spTree>
    <p:extLst>
      <p:ext uri="{BB962C8B-B14F-4D97-AF65-F5344CB8AC3E}">
        <p14:creationId xmlns:p14="http://schemas.microsoft.com/office/powerpoint/2010/main" val="4283748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C2D1-4537-BFFC-ACCF-EB4A4F27E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End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77003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3a8ccd-0990-46d5-b619-a664abd124bc" xsi:nil="true"/>
    <lcf76f155ced4ddcb4097134ff3c332f xmlns="29e972d9-58b5-4d2f-9093-d5f8c7e72fe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55456AAE2B5B4B9A1343403B086BCC" ma:contentTypeVersion="18" ma:contentTypeDescription="Create a new document." ma:contentTypeScope="" ma:versionID="85beef5aac7cf6525190cf993652e77e">
  <xsd:schema xmlns:xsd="http://www.w3.org/2001/XMLSchema" xmlns:xs="http://www.w3.org/2001/XMLSchema" xmlns:p="http://schemas.microsoft.com/office/2006/metadata/properties" xmlns:ns2="29e972d9-58b5-4d2f-9093-d5f8c7e72fe3" xmlns:ns3="283a8ccd-0990-46d5-b619-a664abd124bc" targetNamespace="http://schemas.microsoft.com/office/2006/metadata/properties" ma:root="true" ma:fieldsID="7469ee5c1c9c84c1f2bbc3b39e9811be" ns2:_="" ns3:_="">
    <xsd:import namespace="29e972d9-58b5-4d2f-9093-d5f8c7e72fe3"/>
    <xsd:import namespace="283a8ccd-0990-46d5-b619-a664abd124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e972d9-58b5-4d2f-9093-d5f8c7e72f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2d403c7-8979-4998-a0db-d308fe8498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3a8ccd-0990-46d5-b619-a664abd124b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93ed6a3-70d7-4667-ad72-b326531b9aad}" ma:internalName="TaxCatchAll" ma:showField="CatchAllData" ma:web="283a8ccd-0990-46d5-b619-a664abd124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9B9254-2793-4F18-8F1F-37A42857D994}">
  <ds:schemaRefs>
    <ds:schemaRef ds:uri="http://schemas.microsoft.com/office/2006/metadata/properties"/>
    <ds:schemaRef ds:uri="http://schemas.microsoft.com/office/infopath/2007/PartnerControls"/>
    <ds:schemaRef ds:uri="283a8ccd-0990-46d5-b619-a664abd124bc"/>
    <ds:schemaRef ds:uri="29e972d9-58b5-4d2f-9093-d5f8c7e72fe3"/>
  </ds:schemaRefs>
</ds:datastoreItem>
</file>

<file path=customXml/itemProps2.xml><?xml version="1.0" encoding="utf-8"?>
<ds:datastoreItem xmlns:ds="http://schemas.openxmlformats.org/officeDocument/2006/customXml" ds:itemID="{A09697F3-1A93-49F9-8B91-B49CF9F807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08929B-0755-4F85-B237-EBDCB488C5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e972d9-58b5-4d2f-9093-d5f8c7e72fe3"/>
    <ds:schemaRef ds:uri="283a8ccd-0990-46d5-b619-a664abd124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54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South African Birds</vt:lpstr>
      <vt:lpstr>Provinces</vt:lpstr>
      <vt:lpstr>Colour of our Birds</vt:lpstr>
      <vt:lpstr>Loerie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Dixie, CH (Ms) (Summerstrand Campus South)</dc:creator>
  <cp:lastModifiedBy>Ndumiso Hlengwa</cp:lastModifiedBy>
  <cp:revision>2</cp:revision>
  <dcterms:created xsi:type="dcterms:W3CDTF">2023-07-22T08:36:14Z</dcterms:created>
  <dcterms:modified xsi:type="dcterms:W3CDTF">2025-05-21T23:40:10Z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0x0101006455456AAE2B5B4B9A1343403B086BCC</vt:lpwstr>
  </property>
  <property fmtid="{D5CDD505-2E9C-101B-9397-08002B2CF9AE}" pid="3" name="Status">
    <vt:lpwstr>7A402209-6ff0-5AA8-b18b-e1370888b4A6</vt:lpwstr>
  </property>
</Properties>
</file>