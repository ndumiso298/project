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1" r:id="rId9"/>
    <p:sldId id="260" r:id="rId10"/>
    <p:sldId id="265" r:id="rId11"/>
    <p:sldId id="262" r:id="rId12"/>
    <p:sldId id="264" r:id="rId13"/>
    <p:sldId id="26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64" autoAdjust="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5D68DD-245D-4692-AF8C-4F32A057E070}" type="doc">
      <dgm:prSet loTypeId="urn:microsoft.com/office/officeart/2009/layout/CircleArrowProcess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ZA"/>
        </a:p>
      </dgm:t>
    </dgm:pt>
    <dgm:pt modelId="{38E9799D-5B52-455C-B3B2-599200456090}">
      <dgm:prSet phldrT="[Text]"/>
      <dgm:spPr/>
      <dgm:t>
        <a:bodyPr/>
        <a:lstStyle/>
        <a:p>
          <a:r>
            <a:rPr lang="en-ZA" dirty="0"/>
            <a:t>WEAR a mask</a:t>
          </a:r>
        </a:p>
      </dgm:t>
    </dgm:pt>
    <dgm:pt modelId="{341C4321-0412-415F-8C67-D62F4E3B4B21}" type="parTrans" cxnId="{140BD33E-F6CA-4983-8E8D-E65E77CC4E7E}">
      <dgm:prSet/>
      <dgm:spPr/>
      <dgm:t>
        <a:bodyPr/>
        <a:lstStyle/>
        <a:p>
          <a:endParaRPr lang="en-ZA"/>
        </a:p>
      </dgm:t>
    </dgm:pt>
    <dgm:pt modelId="{CB274AA7-0570-4CCE-9021-B3E45C13D412}" type="sibTrans" cxnId="{140BD33E-F6CA-4983-8E8D-E65E77CC4E7E}">
      <dgm:prSet/>
      <dgm:spPr/>
      <dgm:t>
        <a:bodyPr/>
        <a:lstStyle/>
        <a:p>
          <a:endParaRPr lang="en-ZA"/>
        </a:p>
      </dgm:t>
    </dgm:pt>
    <dgm:pt modelId="{69207121-B481-42E5-B220-FA44877D17F9}">
      <dgm:prSet phldrT="[Text]"/>
      <dgm:spPr/>
      <dgm:t>
        <a:bodyPr/>
        <a:lstStyle/>
        <a:p>
          <a:r>
            <a:rPr lang="en-ZA" dirty="0"/>
            <a:t>WASH your hands</a:t>
          </a:r>
        </a:p>
      </dgm:t>
    </dgm:pt>
    <dgm:pt modelId="{BF797845-D0CF-424B-B95D-38462CDEB5B8}" type="parTrans" cxnId="{CB0E2568-BB69-42EF-A3DF-24CC0BEE000E}">
      <dgm:prSet/>
      <dgm:spPr/>
      <dgm:t>
        <a:bodyPr/>
        <a:lstStyle/>
        <a:p>
          <a:endParaRPr lang="en-ZA"/>
        </a:p>
      </dgm:t>
    </dgm:pt>
    <dgm:pt modelId="{98CB0480-2461-4FB1-B09C-E6AD6AAED8F4}" type="sibTrans" cxnId="{CB0E2568-BB69-42EF-A3DF-24CC0BEE000E}">
      <dgm:prSet/>
      <dgm:spPr/>
      <dgm:t>
        <a:bodyPr/>
        <a:lstStyle/>
        <a:p>
          <a:endParaRPr lang="en-ZA"/>
        </a:p>
      </dgm:t>
    </dgm:pt>
    <dgm:pt modelId="{901276DC-B96E-4A7C-B4D5-B07849D31971}">
      <dgm:prSet phldrT="[Text]"/>
      <dgm:spPr/>
      <dgm:t>
        <a:bodyPr/>
        <a:lstStyle/>
        <a:p>
          <a:r>
            <a:rPr lang="en-ZA" dirty="0"/>
            <a:t>WATCH your distance</a:t>
          </a:r>
        </a:p>
      </dgm:t>
    </dgm:pt>
    <dgm:pt modelId="{0763BA54-6EE2-4D89-87E2-706DAB7316E9}" type="parTrans" cxnId="{A41E6D0D-BCC2-4C0F-AADF-CF080D2D4200}">
      <dgm:prSet/>
      <dgm:spPr/>
      <dgm:t>
        <a:bodyPr/>
        <a:lstStyle/>
        <a:p>
          <a:endParaRPr lang="en-ZA"/>
        </a:p>
      </dgm:t>
    </dgm:pt>
    <dgm:pt modelId="{12E71D30-63B6-4B42-B6AC-802733840A2A}" type="sibTrans" cxnId="{A41E6D0D-BCC2-4C0F-AADF-CF080D2D4200}">
      <dgm:prSet/>
      <dgm:spPr/>
      <dgm:t>
        <a:bodyPr/>
        <a:lstStyle/>
        <a:p>
          <a:endParaRPr lang="en-ZA"/>
        </a:p>
      </dgm:t>
    </dgm:pt>
    <dgm:pt modelId="{8E603E2D-F7BE-4C79-BB97-5A76C53B1ED1}">
      <dgm:prSet/>
      <dgm:spPr/>
      <dgm:t>
        <a:bodyPr/>
        <a:lstStyle/>
        <a:p>
          <a:r>
            <a:rPr lang="en-US" dirty="0"/>
            <a:t>Vax is key</a:t>
          </a:r>
          <a:endParaRPr lang="en-ZA" dirty="0"/>
        </a:p>
      </dgm:t>
    </dgm:pt>
    <dgm:pt modelId="{37FD4C2C-3F93-46A9-B606-3C08EC30DF72}" type="parTrans" cxnId="{2AFBF329-CE8B-4CFA-9920-B43D6E72EFAE}">
      <dgm:prSet/>
      <dgm:spPr/>
      <dgm:t>
        <a:bodyPr/>
        <a:lstStyle/>
        <a:p>
          <a:endParaRPr lang="en-ZA"/>
        </a:p>
      </dgm:t>
    </dgm:pt>
    <dgm:pt modelId="{1E417E9F-069B-4FA1-8608-9FFD4D1606C0}" type="sibTrans" cxnId="{2AFBF329-CE8B-4CFA-9920-B43D6E72EFAE}">
      <dgm:prSet/>
      <dgm:spPr/>
      <dgm:t>
        <a:bodyPr/>
        <a:lstStyle/>
        <a:p>
          <a:endParaRPr lang="en-ZA"/>
        </a:p>
      </dgm:t>
    </dgm:pt>
    <dgm:pt modelId="{32898AE7-B136-4A57-8F31-DEE287D6140B}" type="pres">
      <dgm:prSet presAssocID="{6B5D68DD-245D-4692-AF8C-4F32A057E070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0578242-7ACA-484F-A05D-9B8065052A05}" type="pres">
      <dgm:prSet presAssocID="{38E9799D-5B52-455C-B3B2-599200456090}" presName="Accent1" presStyleCnt="0"/>
      <dgm:spPr/>
    </dgm:pt>
    <dgm:pt modelId="{1D81734A-B09E-423A-87C3-E2BA70FF82CD}" type="pres">
      <dgm:prSet presAssocID="{38E9799D-5B52-455C-B3B2-599200456090}" presName="Accent" presStyleLbl="node1" presStyleIdx="0" presStyleCnt="4"/>
      <dgm:spPr/>
    </dgm:pt>
    <dgm:pt modelId="{B0BDD22F-2C18-43B0-AFDA-03D8B570E1F5}" type="pres">
      <dgm:prSet presAssocID="{38E9799D-5B52-455C-B3B2-599200456090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AAE848F9-8AF8-42E7-A417-4C10DA391559}" type="pres">
      <dgm:prSet presAssocID="{69207121-B481-42E5-B220-FA44877D17F9}" presName="Accent2" presStyleCnt="0"/>
      <dgm:spPr/>
    </dgm:pt>
    <dgm:pt modelId="{7E4234A3-1870-4D53-BE47-6C700423BE69}" type="pres">
      <dgm:prSet presAssocID="{69207121-B481-42E5-B220-FA44877D17F9}" presName="Accent" presStyleLbl="node1" presStyleIdx="1" presStyleCnt="4"/>
      <dgm:spPr/>
    </dgm:pt>
    <dgm:pt modelId="{54A80917-521F-4027-8816-1B88E21E3CF3}" type="pres">
      <dgm:prSet presAssocID="{69207121-B481-42E5-B220-FA44877D17F9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45DE506F-3B6A-475D-B02C-2A85CD54F07C}" type="pres">
      <dgm:prSet presAssocID="{901276DC-B96E-4A7C-B4D5-B07849D31971}" presName="Accent3" presStyleCnt="0"/>
      <dgm:spPr/>
    </dgm:pt>
    <dgm:pt modelId="{8BF4DF04-D5D5-4048-9DC5-6DDAFCDDE142}" type="pres">
      <dgm:prSet presAssocID="{901276DC-B96E-4A7C-B4D5-B07849D31971}" presName="Accent" presStyleLbl="node1" presStyleIdx="2" presStyleCnt="4"/>
      <dgm:spPr/>
    </dgm:pt>
    <dgm:pt modelId="{5C7E8B48-D398-4113-BD21-394C690DAB63}" type="pres">
      <dgm:prSet presAssocID="{901276DC-B96E-4A7C-B4D5-B07849D31971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93D46BAC-A878-4E02-B447-083E5F46AF8D}" type="pres">
      <dgm:prSet presAssocID="{8E603E2D-F7BE-4C79-BB97-5A76C53B1ED1}" presName="Accent4" presStyleCnt="0"/>
      <dgm:spPr/>
    </dgm:pt>
    <dgm:pt modelId="{17176F3E-C99D-4B3B-A472-CAD0E16B750A}" type="pres">
      <dgm:prSet presAssocID="{8E603E2D-F7BE-4C79-BB97-5A76C53B1ED1}" presName="Accent" presStyleLbl="node1" presStyleIdx="3" presStyleCnt="4"/>
      <dgm:spPr/>
    </dgm:pt>
    <dgm:pt modelId="{6B0E0155-F789-4825-B5C6-0AFC9C3ECFB4}" type="pres">
      <dgm:prSet presAssocID="{8E603E2D-F7BE-4C79-BB97-5A76C53B1ED1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A41E6D0D-BCC2-4C0F-AADF-CF080D2D4200}" srcId="{6B5D68DD-245D-4692-AF8C-4F32A057E070}" destId="{901276DC-B96E-4A7C-B4D5-B07849D31971}" srcOrd="2" destOrd="0" parTransId="{0763BA54-6EE2-4D89-87E2-706DAB7316E9}" sibTransId="{12E71D30-63B6-4B42-B6AC-802733840A2A}"/>
    <dgm:cxn modelId="{8B3ECE0E-E065-40EA-96EB-A178DFCB3ADB}" type="presOf" srcId="{901276DC-B96E-4A7C-B4D5-B07849D31971}" destId="{5C7E8B48-D398-4113-BD21-394C690DAB63}" srcOrd="0" destOrd="0" presId="urn:microsoft.com/office/officeart/2009/layout/CircleArrowProcess"/>
    <dgm:cxn modelId="{D639B711-DC8D-4A0C-97FA-BC453B186E58}" type="presOf" srcId="{8E603E2D-F7BE-4C79-BB97-5A76C53B1ED1}" destId="{6B0E0155-F789-4825-B5C6-0AFC9C3ECFB4}" srcOrd="0" destOrd="0" presId="urn:microsoft.com/office/officeart/2009/layout/CircleArrowProcess"/>
    <dgm:cxn modelId="{2AFBF329-CE8B-4CFA-9920-B43D6E72EFAE}" srcId="{6B5D68DD-245D-4692-AF8C-4F32A057E070}" destId="{8E603E2D-F7BE-4C79-BB97-5A76C53B1ED1}" srcOrd="3" destOrd="0" parTransId="{37FD4C2C-3F93-46A9-B606-3C08EC30DF72}" sibTransId="{1E417E9F-069B-4FA1-8608-9FFD4D1606C0}"/>
    <dgm:cxn modelId="{140BD33E-F6CA-4983-8E8D-E65E77CC4E7E}" srcId="{6B5D68DD-245D-4692-AF8C-4F32A057E070}" destId="{38E9799D-5B52-455C-B3B2-599200456090}" srcOrd="0" destOrd="0" parTransId="{341C4321-0412-415F-8C67-D62F4E3B4B21}" sibTransId="{CB274AA7-0570-4CCE-9021-B3E45C13D412}"/>
    <dgm:cxn modelId="{CB0E2568-BB69-42EF-A3DF-24CC0BEE000E}" srcId="{6B5D68DD-245D-4692-AF8C-4F32A057E070}" destId="{69207121-B481-42E5-B220-FA44877D17F9}" srcOrd="1" destOrd="0" parTransId="{BF797845-D0CF-424B-B95D-38462CDEB5B8}" sibTransId="{98CB0480-2461-4FB1-B09C-E6AD6AAED8F4}"/>
    <dgm:cxn modelId="{5CCAD8AB-ADFB-41B7-A874-312D8A717A21}" type="presOf" srcId="{6B5D68DD-245D-4692-AF8C-4F32A057E070}" destId="{32898AE7-B136-4A57-8F31-DEE287D6140B}" srcOrd="0" destOrd="0" presId="urn:microsoft.com/office/officeart/2009/layout/CircleArrowProcess"/>
    <dgm:cxn modelId="{E0A4CDC0-320D-463A-83A4-22A94429E1B4}" type="presOf" srcId="{38E9799D-5B52-455C-B3B2-599200456090}" destId="{B0BDD22F-2C18-43B0-AFDA-03D8B570E1F5}" srcOrd="0" destOrd="0" presId="urn:microsoft.com/office/officeart/2009/layout/CircleArrowProcess"/>
    <dgm:cxn modelId="{FF1405DE-86BE-4A6A-8CC8-1EA4189AA8DA}" type="presOf" srcId="{69207121-B481-42E5-B220-FA44877D17F9}" destId="{54A80917-521F-4027-8816-1B88E21E3CF3}" srcOrd="0" destOrd="0" presId="urn:microsoft.com/office/officeart/2009/layout/CircleArrowProcess"/>
    <dgm:cxn modelId="{7E94A0B0-039B-40D1-BA7C-51C73F196F6E}" type="presParOf" srcId="{32898AE7-B136-4A57-8F31-DEE287D6140B}" destId="{C0578242-7ACA-484F-A05D-9B8065052A05}" srcOrd="0" destOrd="0" presId="urn:microsoft.com/office/officeart/2009/layout/CircleArrowProcess"/>
    <dgm:cxn modelId="{F0E55D1B-5C24-45DB-A3B7-55244F930E98}" type="presParOf" srcId="{C0578242-7ACA-484F-A05D-9B8065052A05}" destId="{1D81734A-B09E-423A-87C3-E2BA70FF82CD}" srcOrd="0" destOrd="0" presId="urn:microsoft.com/office/officeart/2009/layout/CircleArrowProcess"/>
    <dgm:cxn modelId="{A22482BA-8BC2-456D-AEF2-B18F8315662A}" type="presParOf" srcId="{32898AE7-B136-4A57-8F31-DEE287D6140B}" destId="{B0BDD22F-2C18-43B0-AFDA-03D8B570E1F5}" srcOrd="1" destOrd="0" presId="urn:microsoft.com/office/officeart/2009/layout/CircleArrowProcess"/>
    <dgm:cxn modelId="{D2F8ADBA-D563-4C01-8060-55400C884607}" type="presParOf" srcId="{32898AE7-B136-4A57-8F31-DEE287D6140B}" destId="{AAE848F9-8AF8-42E7-A417-4C10DA391559}" srcOrd="2" destOrd="0" presId="urn:microsoft.com/office/officeart/2009/layout/CircleArrowProcess"/>
    <dgm:cxn modelId="{D24AAFFA-DB5D-4398-AD24-1E1A32DA7C91}" type="presParOf" srcId="{AAE848F9-8AF8-42E7-A417-4C10DA391559}" destId="{7E4234A3-1870-4D53-BE47-6C700423BE69}" srcOrd="0" destOrd="0" presId="urn:microsoft.com/office/officeart/2009/layout/CircleArrowProcess"/>
    <dgm:cxn modelId="{3A2FD907-B518-4EEE-8EAD-380068413F5D}" type="presParOf" srcId="{32898AE7-B136-4A57-8F31-DEE287D6140B}" destId="{54A80917-521F-4027-8816-1B88E21E3CF3}" srcOrd="3" destOrd="0" presId="urn:microsoft.com/office/officeart/2009/layout/CircleArrowProcess"/>
    <dgm:cxn modelId="{9ECB9E0E-3E5F-4B04-8F3B-E145875F9852}" type="presParOf" srcId="{32898AE7-B136-4A57-8F31-DEE287D6140B}" destId="{45DE506F-3B6A-475D-B02C-2A85CD54F07C}" srcOrd="4" destOrd="0" presId="urn:microsoft.com/office/officeart/2009/layout/CircleArrowProcess"/>
    <dgm:cxn modelId="{6D4F95FD-1644-4509-9230-08AB2B4E3D5A}" type="presParOf" srcId="{45DE506F-3B6A-475D-B02C-2A85CD54F07C}" destId="{8BF4DF04-D5D5-4048-9DC5-6DDAFCDDE142}" srcOrd="0" destOrd="0" presId="urn:microsoft.com/office/officeart/2009/layout/CircleArrowProcess"/>
    <dgm:cxn modelId="{08AD7775-4AFB-434F-8291-D53AF2361A20}" type="presParOf" srcId="{32898AE7-B136-4A57-8F31-DEE287D6140B}" destId="{5C7E8B48-D398-4113-BD21-394C690DAB63}" srcOrd="5" destOrd="0" presId="urn:microsoft.com/office/officeart/2009/layout/CircleArrowProcess"/>
    <dgm:cxn modelId="{30DD2193-AC3B-4A34-8428-0D0D29D7DB69}" type="presParOf" srcId="{32898AE7-B136-4A57-8F31-DEE287D6140B}" destId="{93D46BAC-A878-4E02-B447-083E5F46AF8D}" srcOrd="6" destOrd="0" presId="urn:microsoft.com/office/officeart/2009/layout/CircleArrowProcess"/>
    <dgm:cxn modelId="{B09E331F-EAC4-4301-AF48-8F58202B4FFF}" type="presParOf" srcId="{93D46BAC-A878-4E02-B447-083E5F46AF8D}" destId="{17176F3E-C99D-4B3B-A472-CAD0E16B750A}" srcOrd="0" destOrd="0" presId="urn:microsoft.com/office/officeart/2009/layout/CircleArrowProcess"/>
    <dgm:cxn modelId="{87126E6D-6724-4BC3-91C9-B4D772BD1C54}" type="presParOf" srcId="{32898AE7-B136-4A57-8F31-DEE287D6140B}" destId="{6B0E0155-F789-4825-B5C6-0AFC9C3ECFB4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1734A-B09E-423A-87C3-E2BA70FF82CD}">
      <dsp:nvSpPr>
        <dsp:cNvPr id="0" name=""/>
        <dsp:cNvSpPr/>
      </dsp:nvSpPr>
      <dsp:spPr>
        <a:xfrm>
          <a:off x="3326220" y="0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DD22F-2C18-43B0-AFDA-03D8B570E1F5}">
      <dsp:nvSpPr>
        <dsp:cNvPr id="0" name=""/>
        <dsp:cNvSpPr/>
      </dsp:nvSpPr>
      <dsp:spPr>
        <a:xfrm>
          <a:off x="3777319" y="739648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WEAR a mask</a:t>
          </a:r>
        </a:p>
      </dsp:txBody>
      <dsp:txXfrm>
        <a:off x="3777319" y="739648"/>
        <a:ext cx="1140205" cy="570043"/>
      </dsp:txXfrm>
    </dsp:sp>
    <dsp:sp modelId="{7E4234A3-1870-4D53-BE47-6C700423BE69}">
      <dsp:nvSpPr>
        <dsp:cNvPr id="0" name=""/>
        <dsp:cNvSpPr/>
      </dsp:nvSpPr>
      <dsp:spPr>
        <a:xfrm>
          <a:off x="2758608" y="1174225"/>
          <a:ext cx="2043171" cy="204337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2019711"/>
            <a:satOff val="12180"/>
            <a:lumOff val="-738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80917-521F-4027-8816-1B88E21E3CF3}">
      <dsp:nvSpPr>
        <dsp:cNvPr id="0" name=""/>
        <dsp:cNvSpPr/>
      </dsp:nvSpPr>
      <dsp:spPr>
        <a:xfrm>
          <a:off x="3207408" y="1916040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WASH your hands</a:t>
          </a:r>
        </a:p>
      </dsp:txBody>
      <dsp:txXfrm>
        <a:off x="3207408" y="1916040"/>
        <a:ext cx="1140205" cy="570043"/>
      </dsp:txXfrm>
    </dsp:sp>
    <dsp:sp modelId="{8BF4DF04-D5D5-4048-9DC5-6DDAFCDDE142}">
      <dsp:nvSpPr>
        <dsp:cNvPr id="0" name=""/>
        <dsp:cNvSpPr/>
      </dsp:nvSpPr>
      <dsp:spPr>
        <a:xfrm>
          <a:off x="3326220" y="2352785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3">
            <a:hueOff val="4039423"/>
            <a:satOff val="24360"/>
            <a:lumOff val="-1477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E8B48-D398-4113-BD21-394C690DAB63}">
      <dsp:nvSpPr>
        <dsp:cNvPr id="0" name=""/>
        <dsp:cNvSpPr/>
      </dsp:nvSpPr>
      <dsp:spPr>
        <a:xfrm>
          <a:off x="3777319" y="3092433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WATCH your distance</a:t>
          </a:r>
        </a:p>
      </dsp:txBody>
      <dsp:txXfrm>
        <a:off x="3777319" y="3092433"/>
        <a:ext cx="1140205" cy="570043"/>
      </dsp:txXfrm>
    </dsp:sp>
    <dsp:sp modelId="{17176F3E-C99D-4B3B-A472-CAD0E16B750A}">
      <dsp:nvSpPr>
        <dsp:cNvPr id="0" name=""/>
        <dsp:cNvSpPr/>
      </dsp:nvSpPr>
      <dsp:spPr>
        <a:xfrm>
          <a:off x="2904248" y="3662477"/>
          <a:ext cx="1755341" cy="1756189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3">
            <a:hueOff val="6059134"/>
            <a:satOff val="36540"/>
            <a:lumOff val="-2215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E0155-F789-4825-B5C6-0AFC9C3ECFB4}">
      <dsp:nvSpPr>
        <dsp:cNvPr id="0" name=""/>
        <dsp:cNvSpPr/>
      </dsp:nvSpPr>
      <dsp:spPr>
        <a:xfrm>
          <a:off x="3207408" y="4268825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Vax is key</a:t>
          </a:r>
          <a:endParaRPr lang="en-ZA" sz="1600" kern="1200" dirty="0"/>
        </a:p>
      </dsp:txBody>
      <dsp:txXfrm>
        <a:off x="3207408" y="4268825"/>
        <a:ext cx="1140205" cy="570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72E1-CF2C-4347-B6B4-6AE593E1BE9F}" type="datetimeFigureOut">
              <a:rPr lang="en-ZA" smtClean="0"/>
              <a:t>2025/05/22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03A11-B509-4C65-8611-840A6E2D60D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52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7560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6517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4327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492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937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4572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8955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something you have always wanted to do from your bucket list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8926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8266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50A2-AB93-7FE1-5EE5-4963A9B0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2F9BC-7D70-ED49-C89B-C1A4FF86C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17AB1-9593-F0DB-FCB9-D731E2040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7CC8C-AD60-80A7-DB56-474CC7E04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03A11-B509-4C65-8611-840A6E2D60D8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860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133FD4D-36E9-4EFE-B1DF-2A513CF0CF42}" type="datetime1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188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A9BF-B97E-4051-AB99-7D9F7FF5847F}" type="datetime1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837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221C-BA3A-4CE7-AB7D-BB7F3A6D124B}" type="datetime1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869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5665-0A1F-46A1-B76E-0FD932EDABE0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403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601F-36F6-44C4-AB4D-25E088280367}" type="datetime1">
              <a:rPr lang="en-ZA" smtClean="0"/>
              <a:t>2025/05/22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931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3D1B-78F4-47CC-B5C1-5DA6FB0A0155}" type="datetime1">
              <a:rPr lang="en-ZA" smtClean="0"/>
              <a:t>2025/05/22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542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0545-D502-4968-8963-2E9B26B26EF3}" type="datetime1">
              <a:rPr lang="en-ZA" smtClean="0"/>
              <a:t>2025/05/22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48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947-20D7-46FB-8FB1-8ED8E062BEFD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618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C950-28E4-480D-A5DB-E88D365E5CAC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125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4A19D-2F90-4F36-859C-61E511352639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342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1EEC5-49A5-4453-9A2E-B54D5FF834A0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2873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AED2-971B-4F2F-B209-F9191E53CA9D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7273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C9036-8C69-4BD2-A455-CF472CB94E46}" type="datetime1">
              <a:rPr lang="en-ZA" smtClean="0"/>
              <a:t>2025/05/22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3648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79EA0-5F9E-4094-8868-2B36E9D30915}" type="datetime1">
              <a:rPr lang="en-ZA" smtClean="0"/>
              <a:t>2025/05/22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5267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6FC0-8535-492B-9B65-C58A88ABA369}" type="datetime1">
              <a:rPr lang="en-ZA" smtClean="0"/>
              <a:t>2025/05/22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0024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5A5F-1A09-4E70-8F3D-6601D7D452CB}" type="datetime1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1156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8DFC-7E42-4238-9EF9-3E747DEA436B}" type="datetime1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519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50ED3-0C3F-4FD6-A828-65CDBE5B6B50}" type="datetime1">
              <a:rPr lang="en-ZA" smtClean="0"/>
              <a:t>2025/05/22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/>
              <a:t>Survival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55A77-F0A9-4D2F-A83A-5992A61A5B2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9905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Keeping Safe &amp; Sane</a:t>
            </a:r>
            <a:br>
              <a:rPr lang="en-ZA" dirty="0"/>
            </a:br>
            <a:r>
              <a:rPr lang="en-ZA" dirty="0"/>
              <a:t>in a Pandemic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134" y="3602038"/>
            <a:ext cx="4252496" cy="1655762"/>
          </a:xfrm>
        </p:spPr>
        <p:txBody>
          <a:bodyPr/>
          <a:lstStyle/>
          <a:p>
            <a:r>
              <a:rPr lang="en-US" dirty="0"/>
              <a:t>Ndumiso Hlengwa 223452971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80425"/>
            <a:ext cx="4114134" cy="2764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751" y="4080425"/>
            <a:ext cx="3693456" cy="276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6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928688"/>
          </a:xfrm>
        </p:spPr>
        <p:txBody>
          <a:bodyPr>
            <a:noAutofit/>
          </a:bodyPr>
          <a:lstStyle/>
          <a:p>
            <a:r>
              <a:rPr lang="en-ZA" sz="4500" dirty="0"/>
              <a:t>Did you know that Covid-19 is not the first?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333999"/>
          </a:xfrm>
        </p:spPr>
        <p:txBody>
          <a:bodyPr>
            <a:normAutofit/>
          </a:bodyPr>
          <a:lstStyle/>
          <a:p>
            <a:r>
              <a:rPr lang="en-ZA" dirty="0"/>
              <a:t>Many epidemics (localised) and pandemics (world-wide)</a:t>
            </a:r>
          </a:p>
          <a:p>
            <a:r>
              <a:rPr lang="en-ZA" dirty="0"/>
              <a:t>Circa 3000 BC – an entire region of North China ravaged the population</a:t>
            </a:r>
          </a:p>
          <a:p>
            <a:r>
              <a:rPr lang="en-ZA" dirty="0"/>
              <a:t>From 430 BC to 541 AD various pandemics are recorded from Asia to Europe</a:t>
            </a:r>
          </a:p>
          <a:p>
            <a:r>
              <a:rPr lang="en-ZA" dirty="0"/>
              <a:t>The Black Death lasted from 1346 – 1353 is estimated to have wiped out over half of Europe’s population</a:t>
            </a:r>
          </a:p>
          <a:p>
            <a:r>
              <a:rPr lang="en-ZA" dirty="0"/>
              <a:t>The American plagues of the 16</a:t>
            </a:r>
            <a:r>
              <a:rPr lang="en-ZA" baseline="30000" dirty="0"/>
              <a:t>th</a:t>
            </a:r>
            <a:r>
              <a:rPr lang="en-ZA" dirty="0"/>
              <a:t> century – smallpox, etc. – contributed to the collapse of the Inca &amp; Aztec civilisations</a:t>
            </a:r>
          </a:p>
          <a:p>
            <a:r>
              <a:rPr lang="en-ZA" dirty="0"/>
              <a:t>1918-1920, the Spanish Flu pandemic rapidly spread from Russia all over the world, killing over 500 million people (did not originate in Spain!)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71685-CBCD-46CF-C37F-75F76CDD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33971-9A71-A34E-85C5-BD17A9E8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46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Current Pandemics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Diseases like smallpox and polio have largely been brought under control world wide, through vaccinations</a:t>
            </a:r>
          </a:p>
          <a:p>
            <a:r>
              <a:rPr lang="en-ZA" dirty="0"/>
              <a:t>The HIV/AIDS Pandemic, from 1981 to the present day, has claimed ±35 million lives, with an estimated 40 million living with HIV – 64% of these in sub-Saharan Africa – by early 2020, only 2 people cured</a:t>
            </a:r>
          </a:p>
          <a:p>
            <a:r>
              <a:rPr lang="en-ZA" dirty="0"/>
              <a:t>Ebola is still a huge threat – with the outbreak in West Africa only just under control – no cure, no vaccine</a:t>
            </a:r>
          </a:p>
          <a:p>
            <a:r>
              <a:rPr lang="en-ZA" dirty="0"/>
              <a:t>Covid-19 – still ravaging many parts of the world, with vaccines being deployed as rapidly as possible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D706B-8A84-45C7-3072-15AA3DF8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78169-C8B4-E493-2620-C1987714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881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Reactions to Living in a Pandemic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Some societies have pulled together to alleviate suffering</a:t>
            </a:r>
          </a:p>
          <a:p>
            <a:r>
              <a:rPr lang="en-ZA" dirty="0"/>
              <a:t>Others are experiencing a spate of mental health issues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ZA" dirty="0"/>
              <a:t>Foodbanks, making and distributing PPE</a:t>
            </a:r>
          </a:p>
          <a:p>
            <a:r>
              <a:rPr lang="en-ZA" dirty="0"/>
              <a:t>Causing citizens to lash out in high rates of crime &amp; gun violence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F2067-9899-D0F9-7B5E-0DAE1411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A86CF-E4D1-7AD1-C618-688D038B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613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Wide Statistics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38F457-3C1F-AB0D-8E26-15BAA42E5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893725"/>
              </p:ext>
            </p:extLst>
          </p:nvPr>
        </p:nvGraphicFramePr>
        <p:xfrm>
          <a:off x="1141413" y="2249488"/>
          <a:ext cx="9906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1861015927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62863587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41109129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338180479"/>
                    </a:ext>
                  </a:extLst>
                </a:gridCol>
              </a:tblGrid>
              <a:tr h="91440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Statistics</a:t>
                      </a:r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23045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Where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Cases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Recovered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Deaths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4177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World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178.2 million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162.7 million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 million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37420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South Africa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1.786 million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1.623 million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58 323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38909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E3DB9-B677-227B-4B3B-41614F49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07F05-0F00-7AAE-BF98-750CAF68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193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Keeping Safe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26357" cy="4351338"/>
          </a:xfrm>
        </p:spPr>
        <p:txBody>
          <a:bodyPr>
            <a:normAutofit/>
          </a:bodyPr>
          <a:lstStyle/>
          <a:p>
            <a:r>
              <a:rPr lang="en-US" dirty="0"/>
              <a:t>Wearing a cloth mask or similar covering </a:t>
            </a:r>
            <a:r>
              <a:rPr lang="en-US" u="sng" dirty="0"/>
              <a:t>over the nose and mouth</a:t>
            </a:r>
            <a:r>
              <a:rPr lang="en-US" dirty="0"/>
              <a:t> is mandatory when in public</a:t>
            </a:r>
          </a:p>
          <a:p>
            <a:r>
              <a:rPr lang="en-US" dirty="0"/>
              <a:t>Stay away from closed or crowded places</a:t>
            </a:r>
          </a:p>
          <a:p>
            <a:r>
              <a:rPr lang="en-US" dirty="0"/>
              <a:t>Keep distance of </a:t>
            </a:r>
            <a:r>
              <a:rPr lang="en-US" u="sng" dirty="0"/>
              <a:t>one and a half metres </a:t>
            </a:r>
            <a:r>
              <a:rPr lang="en-US" dirty="0"/>
              <a:t>from others</a:t>
            </a:r>
          </a:p>
          <a:p>
            <a:r>
              <a:rPr lang="en-US" dirty="0"/>
              <a:t>Wash your hands regularly</a:t>
            </a:r>
          </a:p>
          <a:p>
            <a:r>
              <a:rPr lang="en-US" dirty="0"/>
              <a:t>Download the COVID alert SA mobile App</a:t>
            </a:r>
          </a:p>
          <a:p>
            <a:r>
              <a:rPr lang="en-US" dirty="0"/>
              <a:t>Register for the vaccine as soon as it becomes available to your age-group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331200" y="1825625"/>
            <a:ext cx="3615985" cy="37152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E54F8-9BB8-9D2B-6398-44F89502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B514-494A-F42A-2BC6-89EAC421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071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WWW + V …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9EEF060-ABA3-6345-859B-6DA9F4BF4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60996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EA345-8EED-DCC7-F19A-9B6BE9A3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8B2E5-A3C2-5FB8-902A-071BE01A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125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to do to Keep Sane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schedule for work, play &amp; rest</a:t>
            </a:r>
          </a:p>
          <a:p>
            <a:pPr lvl="1"/>
            <a:r>
              <a:rPr lang="en-US" dirty="0"/>
              <a:t>Developed self-discipline &amp; stick to it</a:t>
            </a:r>
          </a:p>
          <a:p>
            <a:r>
              <a:rPr lang="en-US" dirty="0"/>
              <a:t>Do something that provides exercise, fresh air &amp; happiness-e.g. gardening</a:t>
            </a:r>
          </a:p>
          <a:p>
            <a:pPr lvl="1"/>
            <a:r>
              <a:rPr lang="en-US" dirty="0"/>
              <a:t>Only have a small space-add planters &amp; grow herbs for food</a:t>
            </a:r>
          </a:p>
          <a:p>
            <a:pPr lvl="1"/>
            <a:r>
              <a:rPr lang="en-US" dirty="0"/>
              <a:t>Have an outdoor space-grow vegetables &amp; flowers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713DA-FA14-F742-A847-8786C69D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94941-876A-98D4-925C-7AF0C7D0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093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Contribute to …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68086" y="2057400"/>
            <a:ext cx="4303939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Your dreams – what do you want to become?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Your family – how can you help make their lives better?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Your community – what is needed?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Your country – what can you do to make your country a better place to live 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79860" y="1737178"/>
            <a:ext cx="5356225" cy="40647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C9015-6A27-D1F9-C54E-CFA903CE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D3B43-887C-BB74-0CF7-8AEB20EE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5133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End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524" y="1690688"/>
            <a:ext cx="5738162" cy="430648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5A01D-F5F6-5A88-A664-B5FEDFD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585D3-2685-DE38-0A6F-9486B453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2771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AAF2-6544-1AFB-CFF3-1A127B4B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FFC5-5460-735E-6BDB-248FB80B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Keeping Safe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7B235-E0EB-5FC0-5EF0-1D5EFCD28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6357" cy="4351338"/>
          </a:xfrm>
        </p:spPr>
        <p:txBody>
          <a:bodyPr>
            <a:normAutofit/>
          </a:bodyPr>
          <a:lstStyle/>
          <a:p>
            <a:r>
              <a:rPr lang="en-US" dirty="0"/>
              <a:t>Wearing a cloth mask or similar covering </a:t>
            </a:r>
            <a:r>
              <a:rPr lang="en-US" u="sng" dirty="0"/>
              <a:t>over the nose and mouth</a:t>
            </a:r>
            <a:r>
              <a:rPr lang="en-US" dirty="0"/>
              <a:t> is mandatory when in public</a:t>
            </a:r>
          </a:p>
          <a:p>
            <a:r>
              <a:rPr lang="en-US" dirty="0"/>
              <a:t>Stay away from closed or crowded places</a:t>
            </a:r>
          </a:p>
          <a:p>
            <a:r>
              <a:rPr lang="en-US" dirty="0"/>
              <a:t>Keep distance of </a:t>
            </a:r>
            <a:r>
              <a:rPr lang="en-US" u="sng" dirty="0"/>
              <a:t>one and a half metres </a:t>
            </a:r>
            <a:r>
              <a:rPr lang="en-US" dirty="0"/>
              <a:t>from others</a:t>
            </a:r>
          </a:p>
          <a:p>
            <a:r>
              <a:rPr lang="en-US" dirty="0"/>
              <a:t>Wash your hands regularly</a:t>
            </a:r>
          </a:p>
          <a:p>
            <a:r>
              <a:rPr lang="en-US" dirty="0"/>
              <a:t>Download the COVID alert SA mobile App</a:t>
            </a:r>
          </a:p>
          <a:p>
            <a:r>
              <a:rPr lang="en-US" dirty="0"/>
              <a:t>Register for the vaccine as soon as it becomes available to your age-group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270AE-A21F-5F2B-580D-E375D48EF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331200" y="1825625"/>
            <a:ext cx="3615985" cy="37152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9AFA-A41F-177F-37AB-6A48D519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Survival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F2E84-23C6-D1A3-4D25-27844BFF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5A77-F0A9-4D2F-A83A-5992A61A5B2B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99493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3a8ccd-0990-46d5-b619-a664abd124bc" xsi:nil="true"/>
    <lcf76f155ced4ddcb4097134ff3c332f xmlns="29e972d9-58b5-4d2f-9093-d5f8c7e72fe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55456AAE2B5B4B9A1343403B086BCC" ma:contentTypeVersion="18" ma:contentTypeDescription="Create a new document." ma:contentTypeScope="" ma:versionID="85beef5aac7cf6525190cf993652e77e">
  <xsd:schema xmlns:xsd="http://www.w3.org/2001/XMLSchema" xmlns:xs="http://www.w3.org/2001/XMLSchema" xmlns:p="http://schemas.microsoft.com/office/2006/metadata/properties" xmlns:ns2="29e972d9-58b5-4d2f-9093-d5f8c7e72fe3" xmlns:ns3="283a8ccd-0990-46d5-b619-a664abd124bc" targetNamespace="http://schemas.microsoft.com/office/2006/metadata/properties" ma:root="true" ma:fieldsID="7469ee5c1c9c84c1f2bbc3b39e9811be" ns2:_="" ns3:_="">
    <xsd:import namespace="29e972d9-58b5-4d2f-9093-d5f8c7e72fe3"/>
    <xsd:import namespace="283a8ccd-0990-46d5-b619-a664abd124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972d9-58b5-4d2f-9093-d5f8c7e72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2d403c7-8979-4998-a0db-d308fe8498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3a8ccd-0990-46d5-b619-a664abd12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93ed6a3-70d7-4667-ad72-b326531b9aad}" ma:internalName="TaxCatchAll" ma:showField="CatchAllData" ma:web="283a8ccd-0990-46d5-b619-a664abd124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C6732A-1E3B-4C9C-869C-FEDAABF7EE77}">
  <ds:schemaRefs>
    <ds:schemaRef ds:uri="http://schemas.microsoft.com/office/2006/metadata/properties"/>
    <ds:schemaRef ds:uri="http://schemas.microsoft.com/office/infopath/2007/PartnerControls"/>
    <ds:schemaRef ds:uri="283a8ccd-0990-46d5-b619-a664abd124bc"/>
    <ds:schemaRef ds:uri="29e972d9-58b5-4d2f-9093-d5f8c7e72fe3"/>
  </ds:schemaRefs>
</ds:datastoreItem>
</file>

<file path=customXml/itemProps2.xml><?xml version="1.0" encoding="utf-8"?>
<ds:datastoreItem xmlns:ds="http://schemas.openxmlformats.org/officeDocument/2006/customXml" ds:itemID="{2061AA75-0520-4D96-B49E-59942604F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8CCA1C-9593-4EBC-9CE3-93F886FA6D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e972d9-58b5-4d2f-9093-d5f8c7e72fe3"/>
    <ds:schemaRef ds:uri="283a8ccd-0990-46d5-b619-a664abd12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325</TotalTime>
  <Words>582</Words>
  <Application>Microsoft Office PowerPoint</Application>
  <PresentationFormat>Widescreen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Circuit</vt:lpstr>
      <vt:lpstr>Keeping Safe &amp; Sane in a Pandemic</vt:lpstr>
      <vt:lpstr>Did you know that Covid-19 is not the first?</vt:lpstr>
      <vt:lpstr>Current Pandemics</vt:lpstr>
      <vt:lpstr>Reactions to Living in a Pandemic World</vt:lpstr>
      <vt:lpstr>World Wide Statistics</vt:lpstr>
      <vt:lpstr>Keeping Safe …</vt:lpstr>
      <vt:lpstr>WWW + V …</vt:lpstr>
      <vt:lpstr>What to do to Keep Sane</vt:lpstr>
      <vt:lpstr>Contribute to …</vt:lpstr>
      <vt:lpstr>The End</vt:lpstr>
      <vt:lpstr>Keeping Safe …</vt:lpstr>
    </vt:vector>
  </TitlesOfParts>
  <Company>Nelson Mandela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Dixie, CH (Ms) (Summerstrand Campus South)</dc:creator>
  <cp:lastModifiedBy>Ndumiso Hlengwa</cp:lastModifiedBy>
  <cp:revision>25</cp:revision>
  <dcterms:created xsi:type="dcterms:W3CDTF">2021-06-17T20:58:35Z</dcterms:created>
  <dcterms:modified xsi:type="dcterms:W3CDTF">2025-05-22T12:26:10Z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0x0101006455456AAE2B5B4B9A1343403B086BCC</vt:lpwstr>
  </property>
  <property fmtid="{D5CDD505-2E9C-101B-9397-08002B2CF9AE}" pid="3" name="Status">
    <vt:lpwstr>d0aCEECf-cBBC-b00e-7De7-ADFdCeee7a0c</vt:lpwstr>
  </property>
</Properties>
</file>